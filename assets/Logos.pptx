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C885-256D-069E-0E48-18A5DCA3D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62094-E6E0-00DF-82C3-4C7BC6091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053A-43C5-26D9-E282-56FEB802E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B7A72-735D-9ED9-1CE7-6343B445C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8B5B8-8FF5-C6DC-34B2-451FE215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9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AA29-3B14-7A9E-8F0E-9278608E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6C824-0E94-DF86-C0A4-2D964881A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24191-3FEC-B4E5-F267-36FC0EB2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C4066-6CBF-E8A5-15D1-2C097010E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39E7B-44CF-B57B-5762-99DA591A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0A3E-9501-BE1C-BFBF-2A5AD0B5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B11F5-7256-7C21-374C-567865FA3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63C63-C1C5-09A6-E81F-10DB95829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2E52A-B843-17C4-FB44-C912387D3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76560-0961-D7DC-F5C3-791B187E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2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DFE47-FC5F-4332-7407-476CF54A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DAC0C-5324-9032-2D83-9486B0A8A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658C2-F2BA-0DB9-3551-557CA7F9A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51A41-9CE8-C831-11A3-E8B53D669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A68C8-9F34-879C-FE5D-892E3A2A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B574A-7719-905D-92F6-B09B2F1A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7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ED254-FF2D-0007-A016-5698C8319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72D27-6A6D-3AA4-4004-7586A45A3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98947-1883-7E05-5453-978DE7883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B285F-91BE-AA72-19C7-E3CF26716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6FE7C-A3E7-5DF1-FAE4-EED1C42CD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DDA7B2-2091-31D7-44A5-34CD5D6C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EB5DC-7FD6-D0B5-A414-7F4C6CCB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08DB1-418F-5438-72C4-F9F4092A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0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C6D19-7E3A-019E-8A0A-76A6B163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16FEE-AABE-7E57-1E71-1C469D8D4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8570D-ECFD-1E54-9144-12AB7F07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5EE43-180A-28C9-4172-FC6B4B6E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78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A3678-B41A-1085-49F9-F27D4066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898D9-17D8-65FC-DF2E-78F87DBCB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8413-0DBD-0663-DF80-E1CEBC1ED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89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0E026-C309-8203-2AB1-9C1E2EC39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9B55B-D19E-8612-234B-76959BA68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DF156-A82F-FCD9-5EB7-DB67FDB17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DCA1B-CA3F-D6C8-1E78-06FBD4EE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5EB5E-A717-AE47-3C20-D56E540F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BFE63-BD1D-7A24-2F88-3A4209A2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9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85F5-960B-5A0F-5490-DDEA619C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9F7394-7A0C-847F-5792-6942181B1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EEBC8-DD59-0F9A-8056-32E95783E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1B0B0-A35A-48A5-595C-327207867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19A1A-6F3D-A993-A988-B7C4F5E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FE1D1-CDDB-DE06-DB89-2F110B99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00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86D13-E60F-4F32-BA79-326C7F59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4EABE-C10F-C991-579F-A00B2149E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139BF-7321-7E15-646C-F0F75EA55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68366-7A33-96E2-5CEC-78D23D25F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34D97-57E2-636C-8042-3FB0628EE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3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D82ADB-3D9E-3ADA-DD01-AAE956F60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1442F-8552-90F0-6759-75BE272DA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7A947-1652-13FA-970D-4FEABB77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187D1-507F-C561-C106-8AAEC110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75A14-69CC-C6E5-3AFB-F460ED176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2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5F801-AC21-089F-B24F-730C9F564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A65AF-290D-1A5C-8AAA-CB6AD702C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564DB-F87D-6191-961A-90D2DCBAA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FE8C5-0721-4E58-B5EB-9886A2C4CABB}" type="datetimeFigureOut">
              <a:rPr lang="en-US" smtClean="0"/>
              <a:t>2026-01-30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AA9BF-1338-0AF3-D9A8-F45EA081F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4329F-5906-EF7A-2B06-6F54EF1DD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04F36-7B8E-4E33-94EF-87DE6BA7D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5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F832F8-CEB8-77D6-A227-FBC717114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251" y="1836173"/>
            <a:ext cx="2627671" cy="26276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97F144-7DE8-F048-A973-5B84670247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33" y="1698434"/>
            <a:ext cx="2765410" cy="2765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3F3989-3B42-0D75-2774-CE6F0A450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47133">
            <a:off x="6772327" y="1484700"/>
            <a:ext cx="756109" cy="7029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465464-5950-87A2-E8FD-6FB60FF36E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354" y="1698434"/>
            <a:ext cx="2765410" cy="276541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E8C81AF-9F64-8638-0DC9-4D3CD93D6EF7}"/>
              </a:ext>
            </a:extLst>
          </p:cNvPr>
          <p:cNvSpPr/>
          <p:nvPr/>
        </p:nvSpPr>
        <p:spPr>
          <a:xfrm>
            <a:off x="2403028" y="2192593"/>
            <a:ext cx="138246" cy="276541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5B130B-0016-AE2B-CA2A-5FF34D86E1F9}"/>
              </a:ext>
            </a:extLst>
          </p:cNvPr>
          <p:cNvSpPr/>
          <p:nvPr/>
        </p:nvSpPr>
        <p:spPr>
          <a:xfrm>
            <a:off x="7808674" y="1836173"/>
            <a:ext cx="138246" cy="31218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AF41A9-1E16-5C02-0779-7A82CADCCACF}"/>
              </a:ext>
            </a:extLst>
          </p:cNvPr>
          <p:cNvSpPr/>
          <p:nvPr/>
        </p:nvSpPr>
        <p:spPr>
          <a:xfrm>
            <a:off x="2541274" y="4788896"/>
            <a:ext cx="619433" cy="1671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E204CC-8C1F-3D9A-20D2-5EAF409B0942}"/>
              </a:ext>
            </a:extLst>
          </p:cNvPr>
          <p:cNvSpPr/>
          <p:nvPr/>
        </p:nvSpPr>
        <p:spPr>
          <a:xfrm>
            <a:off x="6853085" y="4788895"/>
            <a:ext cx="955588" cy="16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5F3001-8C27-C285-22EE-46BCF16150DF}"/>
              </a:ext>
            </a:extLst>
          </p:cNvPr>
          <p:cNvSpPr/>
          <p:nvPr/>
        </p:nvSpPr>
        <p:spPr>
          <a:xfrm>
            <a:off x="7482348" y="1834214"/>
            <a:ext cx="411296" cy="1671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F161FA-4A7A-F1B1-372A-1BC867A2014D}"/>
              </a:ext>
            </a:extLst>
          </p:cNvPr>
          <p:cNvSpPr txBox="1"/>
          <p:nvPr/>
        </p:nvSpPr>
        <p:spPr>
          <a:xfrm>
            <a:off x="3125920" y="4171215"/>
            <a:ext cx="43168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spc="600" dirty="0">
                <a:solidFill>
                  <a:srgbClr val="FF0000"/>
                </a:solidFill>
                <a:latin typeface="Old English Text MT" panose="03040902040508030806" pitchFamily="66" charset="0"/>
              </a:rPr>
              <a:t>B </a:t>
            </a:r>
            <a:r>
              <a:rPr lang="en-US" sz="9600" kern="1600" spc="1200" dirty="0">
                <a:solidFill>
                  <a:srgbClr val="FF0000"/>
                </a:solidFill>
                <a:latin typeface="Algerian" panose="04020705040A02060702" pitchFamily="82" charset="0"/>
              </a:rPr>
              <a:t>&amp;</a:t>
            </a:r>
            <a:r>
              <a:rPr lang="en-US" sz="9600" spc="600" dirty="0">
                <a:solidFill>
                  <a:srgbClr val="FF0000"/>
                </a:solidFill>
                <a:latin typeface="Old English Text MT" panose="03040902040508030806" pitchFamily="66" charset="0"/>
              </a:rPr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197EA8-3259-F03C-9E19-D744A9910828}"/>
              </a:ext>
            </a:extLst>
          </p:cNvPr>
          <p:cNvSpPr txBox="1"/>
          <p:nvPr/>
        </p:nvSpPr>
        <p:spPr>
          <a:xfrm>
            <a:off x="2403028" y="5440791"/>
            <a:ext cx="5797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rgbClr val="FF0000"/>
                </a:solidFill>
                <a:latin typeface="Brush Script MT" panose="03060802040406070304" pitchFamily="66" charset="0"/>
              </a:rPr>
              <a:t>We provide fresh cuts with perfect taste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5EAB07-159E-7E30-378B-7C52930DB200}"/>
              </a:ext>
            </a:extLst>
          </p:cNvPr>
          <p:cNvSpPr/>
          <p:nvPr/>
        </p:nvSpPr>
        <p:spPr>
          <a:xfrm>
            <a:off x="2408665" y="2185719"/>
            <a:ext cx="357358" cy="1543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1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9BE67-57D1-7CED-0E6F-B3183B4A9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1BE845-6B4D-39A3-74AB-5313D7E1F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251" y="1836173"/>
            <a:ext cx="2627671" cy="26276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B3DEF0-8F51-5E05-76B3-0E9CB1C24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33" y="1698434"/>
            <a:ext cx="2765410" cy="2765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B32D3B-4C06-ECA7-F53B-76F25D465C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47133">
            <a:off x="6772327" y="1484700"/>
            <a:ext cx="756109" cy="7029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450917-35A5-6D02-1725-0C5E08DAB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354" y="1698434"/>
            <a:ext cx="2765410" cy="276541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097733C-2714-0E98-C659-430FCF30C5B5}"/>
              </a:ext>
            </a:extLst>
          </p:cNvPr>
          <p:cNvSpPr/>
          <p:nvPr/>
        </p:nvSpPr>
        <p:spPr>
          <a:xfrm>
            <a:off x="2403028" y="2192593"/>
            <a:ext cx="138246" cy="276541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93977-0616-B638-25C4-5873200CF005}"/>
              </a:ext>
            </a:extLst>
          </p:cNvPr>
          <p:cNvSpPr/>
          <p:nvPr/>
        </p:nvSpPr>
        <p:spPr>
          <a:xfrm>
            <a:off x="7808674" y="1836173"/>
            <a:ext cx="138246" cy="31218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BD86C7-6F4C-E3B2-7964-AE470054B10B}"/>
              </a:ext>
            </a:extLst>
          </p:cNvPr>
          <p:cNvSpPr/>
          <p:nvPr/>
        </p:nvSpPr>
        <p:spPr>
          <a:xfrm>
            <a:off x="2541274" y="4788896"/>
            <a:ext cx="619433" cy="1671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ACE79D-0A97-5BD3-27AC-25BADEC507CA}"/>
              </a:ext>
            </a:extLst>
          </p:cNvPr>
          <p:cNvSpPr/>
          <p:nvPr/>
        </p:nvSpPr>
        <p:spPr>
          <a:xfrm>
            <a:off x="6578593" y="4788896"/>
            <a:ext cx="1230080" cy="16714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3C3A6D-0813-9151-DDFE-DA650BAC461B}"/>
              </a:ext>
            </a:extLst>
          </p:cNvPr>
          <p:cNvSpPr/>
          <p:nvPr/>
        </p:nvSpPr>
        <p:spPr>
          <a:xfrm>
            <a:off x="7482348" y="1834214"/>
            <a:ext cx="411296" cy="1671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4D2DA-A6B4-1031-26A3-7C7A2A99A4E9}"/>
              </a:ext>
            </a:extLst>
          </p:cNvPr>
          <p:cNvSpPr txBox="1"/>
          <p:nvPr/>
        </p:nvSpPr>
        <p:spPr>
          <a:xfrm>
            <a:off x="3057831" y="4200710"/>
            <a:ext cx="6002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kern="1600" spc="1300" dirty="0">
                <a:solidFill>
                  <a:srgbClr val="FF0000"/>
                </a:solidFill>
                <a:latin typeface="Brush Script MT" panose="03060802040406070304" pitchFamily="66" charset="0"/>
              </a:rPr>
              <a:t>B &amp;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6030AC-52A3-B989-4F33-9C0B4029367A}"/>
              </a:ext>
            </a:extLst>
          </p:cNvPr>
          <p:cNvSpPr txBox="1"/>
          <p:nvPr/>
        </p:nvSpPr>
        <p:spPr>
          <a:xfrm>
            <a:off x="2403028" y="5440791"/>
            <a:ext cx="5797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rgbClr val="FF0000"/>
                </a:solidFill>
                <a:latin typeface="Brush Script MT" panose="03060802040406070304" pitchFamily="66" charset="0"/>
              </a:rPr>
              <a:t>We provide fresh cuts with perfect taste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9C2EF7-453C-731C-5C6C-54A58D3DD954}"/>
              </a:ext>
            </a:extLst>
          </p:cNvPr>
          <p:cNvSpPr/>
          <p:nvPr/>
        </p:nvSpPr>
        <p:spPr>
          <a:xfrm>
            <a:off x="2408665" y="2185719"/>
            <a:ext cx="357358" cy="1543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2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EB420-70E0-A83D-C00F-174CB419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191295-13AC-91B3-7A02-C14096358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251" y="1836173"/>
            <a:ext cx="2627671" cy="26276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F33EBB-8672-5F06-4497-17CCDAB2C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33" y="1698434"/>
            <a:ext cx="2765410" cy="2765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148E00-31A8-E492-DC3F-384C120C0A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47133">
            <a:off x="6772327" y="1484700"/>
            <a:ext cx="756109" cy="7029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B142C2-EA74-4A6D-EEDE-5E0F024691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354" y="1698434"/>
            <a:ext cx="2765410" cy="276541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41AF125-028C-3DC6-3CDE-31113F0B9813}"/>
              </a:ext>
            </a:extLst>
          </p:cNvPr>
          <p:cNvSpPr/>
          <p:nvPr/>
        </p:nvSpPr>
        <p:spPr>
          <a:xfrm>
            <a:off x="2403028" y="2192593"/>
            <a:ext cx="138246" cy="276541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901358-220B-CFBB-71C4-6DD85882352D}"/>
              </a:ext>
            </a:extLst>
          </p:cNvPr>
          <p:cNvSpPr/>
          <p:nvPr/>
        </p:nvSpPr>
        <p:spPr>
          <a:xfrm>
            <a:off x="7808674" y="1836173"/>
            <a:ext cx="138246" cy="31218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F22AE3-C488-1855-55D9-2311090D8C8F}"/>
              </a:ext>
            </a:extLst>
          </p:cNvPr>
          <p:cNvSpPr/>
          <p:nvPr/>
        </p:nvSpPr>
        <p:spPr>
          <a:xfrm>
            <a:off x="2541274" y="4788896"/>
            <a:ext cx="619433" cy="1671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EF6FA3-6ECA-2E86-325B-EC34A97F68ED}"/>
              </a:ext>
            </a:extLst>
          </p:cNvPr>
          <p:cNvSpPr/>
          <p:nvPr/>
        </p:nvSpPr>
        <p:spPr>
          <a:xfrm>
            <a:off x="6843253" y="4788896"/>
            <a:ext cx="965420" cy="16714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C7FD4C-5B08-32F5-021E-81EC487079A9}"/>
              </a:ext>
            </a:extLst>
          </p:cNvPr>
          <p:cNvSpPr/>
          <p:nvPr/>
        </p:nvSpPr>
        <p:spPr>
          <a:xfrm>
            <a:off x="7482348" y="1834214"/>
            <a:ext cx="411296" cy="1671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013366-B700-EC61-5462-3377217A6625}"/>
              </a:ext>
            </a:extLst>
          </p:cNvPr>
          <p:cNvSpPr txBox="1"/>
          <p:nvPr/>
        </p:nvSpPr>
        <p:spPr>
          <a:xfrm>
            <a:off x="3029433" y="4171214"/>
            <a:ext cx="60018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kern="1600" spc="1200" dirty="0">
                <a:solidFill>
                  <a:srgbClr val="FF0000"/>
                </a:solidFill>
                <a:latin typeface="Algerian" panose="04020705040A02060702" pitchFamily="82" charset="0"/>
              </a:rPr>
              <a:t>B &amp;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D0D58-1C74-F18B-5FB7-A31C1207A952}"/>
              </a:ext>
            </a:extLst>
          </p:cNvPr>
          <p:cNvSpPr txBox="1"/>
          <p:nvPr/>
        </p:nvSpPr>
        <p:spPr>
          <a:xfrm>
            <a:off x="2403028" y="5440791"/>
            <a:ext cx="5797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rgbClr val="FF0000"/>
                </a:solidFill>
                <a:latin typeface="Brush Script MT" panose="03060802040406070304" pitchFamily="66" charset="0"/>
              </a:rPr>
              <a:t>We provide fresh cuts with perfect taste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0AEFD-ED66-A225-8E49-20DD0E4DD8D6}"/>
              </a:ext>
            </a:extLst>
          </p:cNvPr>
          <p:cNvSpPr/>
          <p:nvPr/>
        </p:nvSpPr>
        <p:spPr>
          <a:xfrm>
            <a:off x="2408665" y="2185719"/>
            <a:ext cx="357358" cy="1543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92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30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Algerian</vt:lpstr>
      <vt:lpstr>Arial</vt:lpstr>
      <vt:lpstr>Brush Script MT</vt:lpstr>
      <vt:lpstr>Calibri</vt:lpstr>
      <vt:lpstr>Calibri Light</vt:lpstr>
      <vt:lpstr>Old English Text MT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LYANI SITTI</dc:creator>
  <cp:lastModifiedBy>LYANI SITTI</cp:lastModifiedBy>
  <cp:revision>1</cp:revision>
  <dcterms:created xsi:type="dcterms:W3CDTF">2026-01-29T21:14:24Z</dcterms:created>
  <dcterms:modified xsi:type="dcterms:W3CDTF">2026-01-29T22:09:12Z</dcterms:modified>
</cp:coreProperties>
</file>